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180" y="12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56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97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79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81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89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94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811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14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2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0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ECA45-6DD3-46D0-8461-A4BA5652D1F8}" type="datetimeFigureOut">
              <a:rPr lang="pt-BR" smtClean="0"/>
              <a:t>25/09/2014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85F3A-6694-4632-8286-335AC2237A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644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microsoft.com/office/2007/relationships/hdphoto" Target="../media/hdphoto8.wdp"/><Relationship Id="rId3" Type="http://schemas.openxmlformats.org/officeDocument/2006/relationships/image" Target="../media/image2.png"/><Relationship Id="rId21" Type="http://schemas.microsoft.com/office/2007/relationships/hdphoto" Target="../media/hdphoto9.wdp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19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7.png"/><Relationship Id="rId18" Type="http://schemas.microsoft.com/office/2007/relationships/hdphoto" Target="../media/hdphoto10.wdp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4.png"/><Relationship Id="rId12" Type="http://schemas.microsoft.com/office/2007/relationships/hdphoto" Target="../media/hdphoto5.wdp"/><Relationship Id="rId17" Type="http://schemas.openxmlformats.org/officeDocument/2006/relationships/image" Target="../media/image12.png"/><Relationship Id="rId2" Type="http://schemas.openxmlformats.org/officeDocument/2006/relationships/image" Target="../media/image1.png"/><Relationship Id="rId16" Type="http://schemas.microsoft.com/office/2007/relationships/hdphoto" Target="../media/hdphoto7.wdp"/><Relationship Id="rId20" Type="http://schemas.microsoft.com/office/2007/relationships/hdphoto" Target="../media/hdphoto8.wdp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19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-2200" y="0"/>
            <a:ext cx="9150141" cy="836712"/>
          </a:xfrm>
          <a:prstGeom prst="rect">
            <a:avLst/>
          </a:prstGeom>
          <a:gradFill>
            <a:gsLst>
              <a:gs pos="50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-2200" y="851570"/>
            <a:ext cx="9146200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/>
          <p:cNvSpPr/>
          <p:nvPr/>
        </p:nvSpPr>
        <p:spPr>
          <a:xfrm>
            <a:off x="9269333" y="4761426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/>
          <p:cNvSpPr/>
          <p:nvPr/>
        </p:nvSpPr>
        <p:spPr>
          <a:xfrm>
            <a:off x="9399955" y="4761426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/>
          <p:cNvSpPr/>
          <p:nvPr/>
        </p:nvSpPr>
        <p:spPr>
          <a:xfrm>
            <a:off x="9530621" y="4761426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/>
          <p:cNvSpPr/>
          <p:nvPr/>
        </p:nvSpPr>
        <p:spPr>
          <a:xfrm>
            <a:off x="9269333" y="501954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/>
          <p:cNvSpPr/>
          <p:nvPr/>
        </p:nvSpPr>
        <p:spPr>
          <a:xfrm>
            <a:off x="9399955" y="501954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/>
          <p:cNvSpPr/>
          <p:nvPr/>
        </p:nvSpPr>
        <p:spPr>
          <a:xfrm>
            <a:off x="9530621" y="501954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/>
          <p:cNvSpPr/>
          <p:nvPr/>
        </p:nvSpPr>
        <p:spPr>
          <a:xfrm>
            <a:off x="9269934" y="488775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/>
          <p:cNvSpPr/>
          <p:nvPr/>
        </p:nvSpPr>
        <p:spPr>
          <a:xfrm>
            <a:off x="9400556" y="488775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/>
          <p:cNvSpPr/>
          <p:nvPr/>
        </p:nvSpPr>
        <p:spPr>
          <a:xfrm>
            <a:off x="9531222" y="4887758"/>
            <a:ext cx="9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CaixaDeTexto 56"/>
          <p:cNvSpPr txBox="1"/>
          <p:nvPr/>
        </p:nvSpPr>
        <p:spPr>
          <a:xfrm>
            <a:off x="9612560" y="4711450"/>
            <a:ext cx="982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i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BALI</a:t>
            </a:r>
            <a:endParaRPr lang="pt-BR" sz="1000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9" name="Retângulo de cantos arredondados 58"/>
          <p:cNvSpPr/>
          <p:nvPr/>
        </p:nvSpPr>
        <p:spPr>
          <a:xfrm>
            <a:off x="1091840" y="213662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ADM / FINANCEIRO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Retângulo de cantos arredondados 60"/>
          <p:cNvSpPr/>
          <p:nvPr/>
        </p:nvSpPr>
        <p:spPr>
          <a:xfrm>
            <a:off x="2987824" y="213662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VEÍCULOS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Retângulo de cantos arredondados 61"/>
          <p:cNvSpPr/>
          <p:nvPr/>
        </p:nvSpPr>
        <p:spPr>
          <a:xfrm>
            <a:off x="4860032" y="2132856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SEMINOVOS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Retângulo de cantos arredondados 62"/>
          <p:cNvSpPr/>
          <p:nvPr/>
        </p:nvSpPr>
        <p:spPr>
          <a:xfrm>
            <a:off x="6804248" y="213662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PEÇAS E ACESSÓRIOS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Retângulo de cantos arredondados 64"/>
          <p:cNvSpPr/>
          <p:nvPr/>
        </p:nvSpPr>
        <p:spPr>
          <a:xfrm>
            <a:off x="1091840" y="339846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ASSITÊNCIA TÉCNICA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Retângulo de cantos arredondados 65"/>
          <p:cNvSpPr/>
          <p:nvPr/>
        </p:nvSpPr>
        <p:spPr>
          <a:xfrm>
            <a:off x="2987824" y="339846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LANTERNAGEM</a:t>
            </a:r>
          </a:p>
        </p:txBody>
      </p:sp>
      <p:sp>
        <p:nvSpPr>
          <p:cNvPr id="67" name="Retângulo de cantos arredondados 66"/>
          <p:cNvSpPr/>
          <p:nvPr/>
        </p:nvSpPr>
        <p:spPr>
          <a:xfrm>
            <a:off x="4860032" y="3394696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ENTREGA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Retângulo de cantos arredondados 67"/>
          <p:cNvSpPr/>
          <p:nvPr/>
        </p:nvSpPr>
        <p:spPr>
          <a:xfrm>
            <a:off x="6804248" y="339846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JURÍDICO</a:t>
            </a:r>
          </a:p>
        </p:txBody>
      </p:sp>
      <p:grpSp>
        <p:nvGrpSpPr>
          <p:cNvPr id="70" name="Grupo 69"/>
          <p:cNvGrpSpPr/>
          <p:nvPr/>
        </p:nvGrpSpPr>
        <p:grpSpPr>
          <a:xfrm>
            <a:off x="1585035" y="2302488"/>
            <a:ext cx="360975" cy="301111"/>
            <a:chOff x="2435208" y="1033570"/>
            <a:chExt cx="603478" cy="71295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71" name="Retângulo 70"/>
            <p:cNvSpPr/>
            <p:nvPr/>
          </p:nvSpPr>
          <p:spPr>
            <a:xfrm>
              <a:off x="2483768" y="1448780"/>
              <a:ext cx="72008" cy="180020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Retângulo 71"/>
            <p:cNvSpPr/>
            <p:nvPr/>
          </p:nvSpPr>
          <p:spPr>
            <a:xfrm>
              <a:off x="2636168" y="1340768"/>
              <a:ext cx="72008" cy="288031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Retângulo 72"/>
            <p:cNvSpPr/>
            <p:nvPr/>
          </p:nvSpPr>
          <p:spPr>
            <a:xfrm>
              <a:off x="2796183" y="1264593"/>
              <a:ext cx="72008" cy="360040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/>
            <p:cNvSpPr/>
            <p:nvPr/>
          </p:nvSpPr>
          <p:spPr>
            <a:xfrm>
              <a:off x="2474243" y="1700808"/>
              <a:ext cx="564443" cy="45719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tângulo 74"/>
            <p:cNvSpPr/>
            <p:nvPr/>
          </p:nvSpPr>
          <p:spPr>
            <a:xfrm>
              <a:off x="2948583" y="1124744"/>
              <a:ext cx="72008" cy="504056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Seta para a direita 75"/>
            <p:cNvSpPr/>
            <p:nvPr/>
          </p:nvSpPr>
          <p:spPr>
            <a:xfrm rot="19908372">
              <a:off x="2435208" y="1033570"/>
              <a:ext cx="569177" cy="144247"/>
            </a:xfrm>
            <a:prstGeom prst="rightArrow">
              <a:avLst>
                <a:gd name="adj1" fmla="val 33538"/>
                <a:gd name="adj2" fmla="val 40411"/>
              </a:avLst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27" name="Picture 3" descr="C:\Users\RAFAEL~1\AppData\Local\Temp\Rar$DR01.377\Scales_of_justic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796" y="3454824"/>
            <a:ext cx="456829" cy="42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Imagem 7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35" y="2242964"/>
            <a:ext cx="695859" cy="368945"/>
          </a:xfrm>
          <a:prstGeom prst="rect">
            <a:avLst/>
          </a:prstGeom>
        </p:spPr>
      </p:pic>
      <p:pic>
        <p:nvPicPr>
          <p:cNvPr id="80" name="Imagem 7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590" y="2244049"/>
            <a:ext cx="695859" cy="368945"/>
          </a:xfrm>
          <a:prstGeom prst="rect">
            <a:avLst/>
          </a:prstGeom>
        </p:spPr>
      </p:pic>
      <p:pic>
        <p:nvPicPr>
          <p:cNvPr id="78" name="Imagem 7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9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264" y="3499852"/>
            <a:ext cx="392532" cy="392532"/>
          </a:xfrm>
          <a:prstGeom prst="rect">
            <a:avLst/>
          </a:prstGeom>
        </p:spPr>
      </p:pic>
      <p:pic>
        <p:nvPicPr>
          <p:cNvPr id="79" name="Imagem 78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62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423" y="2227483"/>
            <a:ext cx="436929" cy="436929"/>
          </a:xfrm>
          <a:prstGeom prst="rect">
            <a:avLst/>
          </a:prstGeom>
        </p:spPr>
      </p:pic>
      <p:pic>
        <p:nvPicPr>
          <p:cNvPr id="81" name="Imagem 80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82000" contras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705" y="3499852"/>
            <a:ext cx="434530" cy="434530"/>
          </a:xfrm>
          <a:prstGeom prst="rect">
            <a:avLst/>
          </a:prstGeom>
        </p:spPr>
      </p:pic>
      <p:pic>
        <p:nvPicPr>
          <p:cNvPr id="83" name="Imagem 82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-100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777" y="3499852"/>
            <a:ext cx="392532" cy="392532"/>
          </a:xfrm>
          <a:prstGeom prst="rect">
            <a:avLst/>
          </a:prstGeom>
        </p:spPr>
      </p:pic>
      <p:sp>
        <p:nvSpPr>
          <p:cNvPr id="96" name="Retângulo de cantos arredondados 95"/>
          <p:cNvSpPr/>
          <p:nvPr/>
        </p:nvSpPr>
        <p:spPr>
          <a:xfrm>
            <a:off x="1091840" y="472514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DIRETORIA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7" name="Retângulo de cantos arredondados 96"/>
          <p:cNvSpPr/>
          <p:nvPr/>
        </p:nvSpPr>
        <p:spPr>
          <a:xfrm>
            <a:off x="2987824" y="472514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CRM</a:t>
            </a:r>
          </a:p>
        </p:txBody>
      </p:sp>
      <p:sp>
        <p:nvSpPr>
          <p:cNvPr id="98" name="Retângulo de cantos arredondados 97"/>
          <p:cNvSpPr/>
          <p:nvPr/>
        </p:nvSpPr>
        <p:spPr>
          <a:xfrm>
            <a:off x="4860032" y="4721373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DP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Retângulo de cantos arredondados 98"/>
          <p:cNvSpPr/>
          <p:nvPr/>
        </p:nvSpPr>
        <p:spPr>
          <a:xfrm>
            <a:off x="6804248" y="472514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TECNOLOGIA</a:t>
            </a:r>
          </a:p>
        </p:txBody>
      </p:sp>
      <p:pic>
        <p:nvPicPr>
          <p:cNvPr id="85" name="Imagem 84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50000"/>
                    </a14:imgEffect>
                    <a14:imgEffect>
                      <a14:brightnessContrast bright="-93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192" y="4844557"/>
            <a:ext cx="417351" cy="417351"/>
          </a:xfrm>
          <a:prstGeom prst="rect">
            <a:avLst/>
          </a:prstGeom>
        </p:spPr>
      </p:pic>
      <p:pic>
        <p:nvPicPr>
          <p:cNvPr id="105" name="Imagem 104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52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61" y="4844557"/>
            <a:ext cx="441775" cy="441775"/>
          </a:xfrm>
          <a:prstGeom prst="rect">
            <a:avLst/>
          </a:prstGeom>
        </p:spPr>
      </p:pic>
      <p:pic>
        <p:nvPicPr>
          <p:cNvPr id="106" name="Imagem 105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145" y="4834767"/>
            <a:ext cx="386607" cy="386607"/>
          </a:xfrm>
          <a:prstGeom prst="rect">
            <a:avLst/>
          </a:prstGeom>
        </p:spPr>
      </p:pic>
      <p:sp>
        <p:nvSpPr>
          <p:cNvPr id="107" name="Retângulo 106"/>
          <p:cNvSpPr/>
          <p:nvPr/>
        </p:nvSpPr>
        <p:spPr>
          <a:xfrm>
            <a:off x="962451" y="116632"/>
            <a:ext cx="13052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pt-BR" sz="3600" b="1" i="1" cap="none" spc="-150" dirty="0" smtClean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BALI</a:t>
            </a:r>
            <a:endParaRPr lang="pt-BR" sz="3600" b="1" cap="none" spc="-150" dirty="0">
              <a:ln w="11430"/>
              <a:solidFill>
                <a:srgbClr val="F8F8F8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-100000" contras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74" y="4795119"/>
            <a:ext cx="448857" cy="4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7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de cantos arredondados 12"/>
          <p:cNvSpPr/>
          <p:nvPr/>
        </p:nvSpPr>
        <p:spPr>
          <a:xfrm>
            <a:off x="1109016" y="144505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ADM / FINANCEIRO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3005000" y="144505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NOVOS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4877208" y="1441286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SEMINOVOS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6821424" y="144505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PEÇAS E ACESSÓRIOS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1109016" y="270689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ASSITÊNCIA TÉCNICA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005000" y="270689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LANTERNAGEM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4877208" y="2703126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ENTREGA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6821424" y="2706897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JURÍDICO</a:t>
            </a:r>
          </a:p>
        </p:txBody>
      </p:sp>
      <p:grpSp>
        <p:nvGrpSpPr>
          <p:cNvPr id="21" name="Grupo 20"/>
          <p:cNvGrpSpPr/>
          <p:nvPr/>
        </p:nvGrpSpPr>
        <p:grpSpPr>
          <a:xfrm>
            <a:off x="1602211" y="1610918"/>
            <a:ext cx="360975" cy="301111"/>
            <a:chOff x="2435208" y="1033570"/>
            <a:chExt cx="603478" cy="71295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2" name="Retângulo 21"/>
            <p:cNvSpPr/>
            <p:nvPr/>
          </p:nvSpPr>
          <p:spPr>
            <a:xfrm>
              <a:off x="2483768" y="1448780"/>
              <a:ext cx="72008" cy="180020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2636168" y="1340768"/>
              <a:ext cx="72008" cy="288031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796183" y="1264593"/>
              <a:ext cx="72008" cy="360040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2474243" y="1700808"/>
              <a:ext cx="564443" cy="45719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2948583" y="1124744"/>
              <a:ext cx="72008" cy="504056"/>
            </a:xfrm>
            <a:prstGeom prst="rect">
              <a:avLst/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Seta para a direita 26"/>
            <p:cNvSpPr/>
            <p:nvPr/>
          </p:nvSpPr>
          <p:spPr>
            <a:xfrm rot="19908372">
              <a:off x="2435208" y="1033570"/>
              <a:ext cx="569177" cy="144247"/>
            </a:xfrm>
            <a:prstGeom prst="rightArrow">
              <a:avLst>
                <a:gd name="adj1" fmla="val 33538"/>
                <a:gd name="adj2" fmla="val 40411"/>
              </a:avLst>
            </a:prstGeom>
            <a:grpFill/>
            <a:ln w="190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8" name="Picture 3" descr="C:\Users\RAFAEL~1\AppData\Local\Temp\Rar$DR01.377\Scales_of_justic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972" y="2763254"/>
            <a:ext cx="456829" cy="42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211" y="1551394"/>
            <a:ext cx="695859" cy="368945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766" y="1552479"/>
            <a:ext cx="695859" cy="368945"/>
          </a:xfrm>
          <a:prstGeom prst="rect">
            <a:avLst/>
          </a:prstGeom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9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440" y="2808282"/>
            <a:ext cx="392532" cy="392532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62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599" y="1535913"/>
            <a:ext cx="436929" cy="436929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82000" contras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81" y="2808282"/>
            <a:ext cx="434530" cy="434530"/>
          </a:xfrm>
          <a:prstGeom prst="rect">
            <a:avLst/>
          </a:prstGeom>
        </p:spPr>
      </p:pic>
      <p:pic>
        <p:nvPicPr>
          <p:cNvPr id="34" name="Imagem 33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00000"/>
                    </a14:imgEffect>
                    <a14:imgEffect>
                      <a14:brightnessContrast bright="-100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953" y="2808282"/>
            <a:ext cx="392532" cy="392532"/>
          </a:xfrm>
          <a:prstGeom prst="rect">
            <a:avLst/>
          </a:prstGeom>
        </p:spPr>
      </p:pic>
      <p:sp>
        <p:nvSpPr>
          <p:cNvPr id="35" name="Retângulo de cantos arredondados 34"/>
          <p:cNvSpPr/>
          <p:nvPr/>
        </p:nvSpPr>
        <p:spPr>
          <a:xfrm>
            <a:off x="1109016" y="403357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DESPACHANTE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Retângulo de cantos arredondados 35"/>
          <p:cNvSpPr/>
          <p:nvPr/>
        </p:nvSpPr>
        <p:spPr>
          <a:xfrm>
            <a:off x="3005000" y="403357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CRM</a:t>
            </a:r>
          </a:p>
        </p:txBody>
      </p:sp>
      <p:sp>
        <p:nvSpPr>
          <p:cNvPr id="37" name="Retângulo de cantos arredondados 36"/>
          <p:cNvSpPr/>
          <p:nvPr/>
        </p:nvSpPr>
        <p:spPr>
          <a:xfrm>
            <a:off x="4877208" y="4029803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DP</a:t>
            </a:r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Retângulo de cantos arredondados 37"/>
          <p:cNvSpPr/>
          <p:nvPr/>
        </p:nvSpPr>
        <p:spPr>
          <a:xfrm>
            <a:off x="6821424" y="4033574"/>
            <a:ext cx="1391927" cy="829791"/>
          </a:xfrm>
          <a:prstGeom prst="roundRect">
            <a:avLst>
              <a:gd name="adj" fmla="val 5329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pt-BR" sz="1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pt-BR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TECNOLOGIA</a:t>
            </a: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50000"/>
                    </a14:imgEffect>
                    <a14:imgEffect>
                      <a14:brightnessContrast bright="-93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368" y="4152987"/>
            <a:ext cx="417351" cy="417351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bright="-97000" contras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440" y="4134959"/>
            <a:ext cx="422349" cy="422349"/>
          </a:xfrm>
          <a:prstGeom prst="rect">
            <a:avLst/>
          </a:prstGeom>
        </p:spPr>
      </p:pic>
      <p:pic>
        <p:nvPicPr>
          <p:cNvPr id="41" name="Imagem 40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52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37" y="4152987"/>
            <a:ext cx="441775" cy="441775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321" y="4143197"/>
            <a:ext cx="386607" cy="38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8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36</Words>
  <Application>Microsoft Office PowerPoint</Application>
  <PresentationFormat>Apresentação na tela (4:3)</PresentationFormat>
  <Paragraphs>98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Naves</dc:creator>
  <cp:lastModifiedBy>Rafael Naves</cp:lastModifiedBy>
  <cp:revision>23</cp:revision>
  <dcterms:created xsi:type="dcterms:W3CDTF">2014-04-29T12:44:26Z</dcterms:created>
  <dcterms:modified xsi:type="dcterms:W3CDTF">2014-09-25T18:49:51Z</dcterms:modified>
</cp:coreProperties>
</file>